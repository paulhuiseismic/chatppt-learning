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1"/>
  </p:sldMasterIdLst>
  <p:notesMasterIdLst>
    <p:notesMasterId r:id="rId12"/>
  </p:notesMasterIdLst>
  <p:handoutMasterIdLst>
    <p:handoutMasterId r:id="rId13"/>
  </p:handoutMasterIdLst>
  <p:sldSz cx="12192000" cy="6858000"/>
  <p:notesSz cx="6858000" cy="9144000"/>
  <p:custDataLst>
    <p:custData r:id="rId9"/>
    <p:custData r:id="rId7"/>
    <p:custData r:id="rId6"/>
    <p:custData r:id="rId8"/>
    <p:custData r:id="rId4"/>
    <p:custData r:id="rId10"/>
    <p:custData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 varScale="1">
        <p:scale>
          <a:sx n="92" d="100"/>
          <a:sy n="92" d="100"/>
        </p:scale>
        <p:origin x="178" y="36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2981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10" Type="http://schemas.openxmlformats.org/officeDocument/2006/relationships/customXml" Target="../customXml/item10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and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34741" y="290509"/>
            <a:ext cx="8244438" cy="1313702"/>
          </a:xfrm>
          <a:effectLst/>
        </p:spPr>
        <p:txBody>
          <a:bodyPr anchor="t">
            <a:normAutofit/>
          </a:bodyPr>
          <a:lstStyle>
            <a:lvl1pPr marL="342900" indent="-342900" algn="l">
              <a:spcAft>
                <a:spcPts val="1200"/>
              </a:spcAft>
              <a:buAutoNum type="arabicPeriod"/>
              <a:defRPr sz="1600">
                <a:solidFill>
                  <a:schemeClr val="tx2"/>
                </a:solidFill>
              </a:defRPr>
            </a:lvl1pPr>
            <a:lvl2pPr marL="571500" indent="-342900" algn="l">
              <a:spcAft>
                <a:spcPts val="1200"/>
              </a:spcAft>
              <a:buAutoNum type="alphaLcPeriod"/>
              <a:defRPr sz="16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34741" y="1680411"/>
            <a:ext cx="8244438" cy="4887073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82077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96310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96310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31542" y="2972880"/>
            <a:ext cx="6276974" cy="912234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599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A1A6ABB-EADB-6179-73AD-5EF383AE7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64895" y="425117"/>
            <a:ext cx="10018294" cy="60919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08" r:id="rId3"/>
    <p:sldLayoutId id="2147483742" r:id="rId4"/>
    <p:sldLayoutId id="2147483736" r:id="rId5"/>
    <p:sldLayoutId id="2147483745" r:id="rId6"/>
    <p:sldLayoutId id="2147483741" r:id="rId7"/>
    <p:sldLayoutId id="2147483718" r:id="rId8"/>
    <p:sldLayoutId id="2147483737" r:id="rId9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VariableListDefinition name="AD_HOC" displayName="AD_HOC" id="b75b24a0-0e7f-4754-9c96-3600a2a83a9a" isdomainofvalue="False" dataSourceId="c034bf2e-cf0b-475a-8d35-553344f076ce"/>
</file>

<file path=customXml/item5.xml><?xml version="1.0" encoding="utf-8"?>
<VariableList UniqueId="b75b24a0-0e7f-4754-9c96-3600a2a83a9a" Name="AD_HOC" ContentType="XML" MajorVersion="0" MinorVersion="1" isLocalCopy="False" IsBaseObject="False" DataSourceId="c034bf2e-cf0b-475a-8d35-553344f076ce" DataSourceMajorVersion="0" DataSourceMinorVersion="1"/>
</file>

<file path=customXml/item6.xml><?xml version="1.0" encoding="utf-8"?>
<VariableListDefinition name="Computed" displayName="Computed" id="9f891aaf-819f-451f-8e8d-f95a8d23e7a4" isdomainofvalue="False" dataSourceId="53debb82-7711-4607-adf6-0dcb25eec601"/>
</file>

<file path=customXml/item7.xml><?xml version="1.0" encoding="utf-8"?>
<VariableList UniqueId="9f891aaf-819f-451f-8e8d-f95a8d23e7a4" Name="Computed" ContentType="XML" MajorVersion="0" MinorVersion="1" isLocalCopy="False" IsBaseObject="False" DataSourceId="53debb82-7711-4607-adf6-0dcb25eec601" DataSourceMajorVersion="0" DataSourceMinorVersion="1"/>
</file>

<file path=customXml/item8.xml><?xml version="1.0" encoding="utf-8"?>
<VariableListDefinition name="System" displayName="System" id="1dddf6be-10e6-4e17-a5b3-6f2572a7d52b" isdomainofvalue="False" dataSourceId="4de78c45-703e-486b-8712-f6f52bdecfbb"/>
</file>

<file path=customXml/item9.xml><?xml version="1.0" encoding="utf-8"?>
<VariableList UniqueId="1dddf6be-10e6-4e17-a5b3-6f2572a7d52b" Name="System" ContentType="XML" MajorVersion="0" MinorVersion="1" isLocalCopy="False" IsBaseObject="False" DataSourceId="4de78c45-703e-486b-8712-f6f52bdecfbb" DataSourceMajorVersion="0" DataSourceMinorVersion="1"/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FDA1AA4-B5A4-4BAA-81F2-C30424432641}">
  <ds:schemaRefs/>
</ds:datastoreItem>
</file>

<file path=customXml/itemProps5.xml><?xml version="1.0" encoding="utf-8"?>
<ds:datastoreItem xmlns:ds="http://schemas.openxmlformats.org/officeDocument/2006/customXml" ds:itemID="{563D78AD-5576-444F-A7E2-57FA209DAAA5}">
  <ds:schemaRefs/>
</ds:datastoreItem>
</file>

<file path=customXml/itemProps6.xml><?xml version="1.0" encoding="utf-8"?>
<ds:datastoreItem xmlns:ds="http://schemas.openxmlformats.org/officeDocument/2006/customXml" ds:itemID="{878D852C-E340-4967-A51C-D4A756A4DCD1}">
  <ds:schemaRefs/>
</ds:datastoreItem>
</file>

<file path=customXml/itemProps7.xml><?xml version="1.0" encoding="utf-8"?>
<ds:datastoreItem xmlns:ds="http://schemas.openxmlformats.org/officeDocument/2006/customXml" ds:itemID="{1C008BEF-BD36-40FE-A9A2-E118095D4F2F}">
  <ds:schemaRefs/>
</ds:datastoreItem>
</file>

<file path=customXml/itemProps8.xml><?xml version="1.0" encoding="utf-8"?>
<ds:datastoreItem xmlns:ds="http://schemas.openxmlformats.org/officeDocument/2006/customXml" ds:itemID="{6BA1CB6B-AA7A-43DF-9782-7C18019FBC67}">
  <ds:schemaRefs/>
</ds:datastoreItem>
</file>

<file path=customXml/itemProps9.xml><?xml version="1.0" encoding="utf-8"?>
<ds:datastoreItem xmlns:ds="http://schemas.openxmlformats.org/officeDocument/2006/customXml" ds:itemID="{44AE0361-279C-4683-8B12-8414D958190E}">
  <ds:schemaRefs/>
</ds:datastoreItem>
</file>

<file path=customXml/itemProps10.xml><?xml version="1.0" encoding="utf-8"?>
<ds:datastoreItem xmlns:ds="http://schemas.openxmlformats.org/officeDocument/2006/customXml" ds:itemID="{694003A8-A7D3-4074-BE4C-BF10A5796BB7}">
  <ds:schemaRefs/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Gill Sans MT</vt:lpstr>
      <vt:lpstr>Parcel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Paul Hui</cp:lastModifiedBy>
  <cp:revision>20</cp:revision>
  <dcterms:created xsi:type="dcterms:W3CDTF">2024-02-15T21:11:36Z</dcterms:created>
  <dcterms:modified xsi:type="dcterms:W3CDTF">2025-11-30T13:11:48Z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