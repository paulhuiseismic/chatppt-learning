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6" autoAdjust="0"/>
    <p:restoredTop sz="9539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0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7649066-A930-D161-BFBB-AAEFEF633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2442" y="3053008"/>
            <a:ext cx="4264589" cy="3519231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3053007"/>
            <a:ext cx="5723423" cy="3519231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8" y="3053020"/>
            <a:ext cx="3900870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4475" y="3053020"/>
            <a:ext cx="6202561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7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7" y="3053020"/>
            <a:ext cx="4745655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5293" y="3053020"/>
            <a:ext cx="5051743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5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08" r:id="rId4"/>
    <p:sldLayoutId id="2147483719" r:id="rId5"/>
    <p:sldLayoutId id="2147483709" r:id="rId6"/>
    <p:sldLayoutId id="2147483720" r:id="rId7"/>
    <p:sldLayoutId id="2147483721" r:id="rId8"/>
    <p:sldLayoutId id="2147483722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总收入增长15%</a:t>
            </a:r>
          </a:p>
          <a:p>
            <a:pPr/>
            <a:r>
              <a:t>市场份额扩大至30%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OpenAI 利润不断增加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  <p:pic>
        <p:nvPicPr>
          <p:cNvPr id="4" name="Picture Placeholder 3" descr="performance_char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4743" r="14743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  <a:p>
            <a:pPr/>
            <a:r>
              <a:t>产品A: 特色功能介绍</a:t>
            </a:r>
          </a:p>
          <a:p>
            <a:pPr/>
            <a:r>
              <a:t>产品B: 市场定位</a:t>
            </a:r>
          </a:p>
        </p:txBody>
      </p:sp>
      <p:pic>
        <p:nvPicPr>
          <p:cNvPr id="4" name="Picture Placeholder 3" descr="forecas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0636" r="10636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Grandview</vt:lpstr>
      <vt:lpstr>Helvetica Neue Medium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 Demo</dc:title>
  <cp:lastModifiedBy> </cp:lastModifiedBy>
  <cp:revision>81</cp:revision>
  <dcterms:created xsi:type="dcterms:W3CDTF">2024-01-05T14:58:10Z</dcterms:created>
  <dcterms:modified xsi:type="dcterms:W3CDTF">2024-10-26T17:52:15Z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