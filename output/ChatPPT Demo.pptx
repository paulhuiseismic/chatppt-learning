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2"/>
    <p:sldId id="257" r:id="rId13"/>
    <p:sldId id="258" r:id="rId14"/>
    <p:sldId id="25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FBFE"/>
    <a:srgbClr val="000000"/>
    <a:srgbClr val="FFFFFF"/>
    <a:srgbClr val="05202E"/>
    <a:srgbClr val="05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0A1B5D5-9B99-4C35-A422-299274C8766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50" autoAdjust="0"/>
    <p:restoredTop sz="95374" autoAdjust="0"/>
  </p:normalViewPr>
  <p:slideViewPr>
    <p:cSldViewPr snapToGrid="0" snapToObjects="1" showGuides="1">
      <p:cViewPr varScale="1">
        <p:scale>
          <a:sx n="122" d="100"/>
          <a:sy n="122" d="100"/>
        </p:scale>
        <p:origin x="71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97" d="100"/>
          <a:sy n="97" d="100"/>
        </p:scale>
        <p:origin x="4328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8/10/relationships/authors" Target="authors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4459878-C319-6BF3-52DC-16FA4340A6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2FA7FC-DFAE-8499-5A3E-AD9648D7FC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8BFD57-AB0A-470B-A7AF-56DFE7B5174A}" type="datetimeFigureOut">
              <a:rPr lang="en-US" smtClean="0"/>
              <a:t>10/12/24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9C12BB-9544-9F9A-BEDA-E716864385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77E4-B9A2-A882-9240-3AE65EE217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61A1-75D9-49F7-83EB-F587264261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327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3339F-6CEA-4641-BE08-40DAFD6FCF25}" type="datetimeFigureOut">
              <a:rPr lang="en-US" smtClean="0"/>
              <a:t>10/12/24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75CB5-5666-5049-9AE0-38EFD385C21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56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" y="1821180"/>
            <a:ext cx="12191994" cy="3215641"/>
          </a:xfrm>
        </p:spPr>
        <p:txBody>
          <a:bodyPr lIns="0" rIns="0" bIns="0" anchor="ctr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35045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A084D09-1B2D-4EE2-82A7-83196133B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6350"/>
            <a:ext cx="12185769" cy="6864350"/>
            <a:chOff x="0" y="-6350"/>
            <a:chExt cx="12185769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860AA6-1B14-DF89-B725-CC444E502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-6350"/>
              <a:ext cx="6160393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Content Placeholder 14">
              <a:extLst>
                <a:ext uri="{FF2B5EF4-FFF2-40B4-BE49-F238E27FC236}">
                  <a16:creationId xmlns:a16="http://schemas.microsoft.com/office/drawing/2014/main" id="{D172E570-D67F-4980-88C2-CF6560C1C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5750267" y="410125"/>
              <a:ext cx="6845628" cy="6025377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F90BF68-CF26-6705-CBFD-428BEB787EDB}"/>
                </a:ext>
              </a:extLst>
            </p:cNvPr>
            <p:cNvGrpSpPr/>
            <p:nvPr/>
          </p:nvGrpSpPr>
          <p:grpSpPr>
            <a:xfrm rot="10800000">
              <a:off x="5304704" y="259572"/>
              <a:ext cx="584267" cy="390181"/>
              <a:chOff x="1876516" y="596691"/>
              <a:chExt cx="584267" cy="39018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066F635-8DB9-B091-8467-D8F0327217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876516" y="842493"/>
                <a:ext cx="144379" cy="144379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Graphic 12">
                <a:extLst>
                  <a:ext uri="{FF2B5EF4-FFF2-40B4-BE49-F238E27FC236}">
                    <a16:creationId xmlns:a16="http://schemas.microsoft.com/office/drawing/2014/main" id="{882D2FD3-A05B-400C-6347-115486FFD9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360199" y="596691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0459F4-C5B9-4070-46D1-2E7DA3EF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 anchor="b"/>
          <a:lstStyle>
            <a:lvl1pPr>
              <a:defRPr sz="3200" cap="all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4F613B1-323C-4C25-4526-1D3313A71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20500"/>
            <a:ext cx="4471665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D2C2143-1936-BBDA-A6A8-40B6DBD16A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1" y="3097848"/>
            <a:ext cx="4466504" cy="3405187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9040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806F03C4-FDB1-00F5-8F67-619C728935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575462" y="4136"/>
            <a:ext cx="7619947" cy="6858000"/>
            <a:chOff x="4575462" y="4136"/>
            <a:chExt cx="7619947" cy="685800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DE9364C-6EE9-E747-F3B5-9A5FA214C666}"/>
                </a:ext>
              </a:extLst>
            </p:cNvPr>
            <p:cNvGrpSpPr/>
            <p:nvPr/>
          </p:nvGrpSpPr>
          <p:grpSpPr>
            <a:xfrm>
              <a:off x="4575462" y="691665"/>
              <a:ext cx="364018" cy="857035"/>
              <a:chOff x="468157" y="1144246"/>
              <a:chExt cx="364018" cy="857035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043581CD-691C-ADD3-0896-F2E1A4E855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05405" y="1144246"/>
                <a:ext cx="126770" cy="126770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Graphic 12">
                <a:extLst>
                  <a:ext uri="{FF2B5EF4-FFF2-40B4-BE49-F238E27FC236}">
                    <a16:creationId xmlns:a16="http://schemas.microsoft.com/office/drawing/2014/main" id="{60EB671A-33C5-FB75-F27F-0FD17B37F5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8157" y="1963496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pic>
          <p:nvPicPr>
            <p:cNvPr id="8" name="Content Placeholder 14">
              <a:extLst>
                <a:ext uri="{FF2B5EF4-FFF2-40B4-BE49-F238E27FC236}">
                  <a16:creationId xmlns:a16="http://schemas.microsoft.com/office/drawing/2014/main" id="{CC8D74CA-9208-2D40-AB11-204A1C6491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542796" y="4136"/>
              <a:ext cx="5652613" cy="6858000"/>
            </a:xfrm>
            <a:prstGeom prst="rect">
              <a:avLst/>
            </a:prstGeom>
          </p:spPr>
        </p:pic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1A99F113-D7C6-17BF-B586-3529CFF21E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1680" y="430482"/>
            <a:ext cx="10500989" cy="778153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D4661F0-027E-881F-63A9-13BFE96EB8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28174" y="1511300"/>
            <a:ext cx="8928000" cy="5040000"/>
          </a:xfrm>
        </p:spPr>
        <p:txBody>
          <a:bodyPr/>
          <a:lstStyle/>
          <a:p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25312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A7247A-846A-F316-B494-69B42CBF3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84B3AF6-983E-0901-0045-6CDF4E93E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3C5B7647-403E-A66E-6CF4-0D3A99AA5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 flipH="1">
            <a:off x="10488530" y="4210019"/>
            <a:ext cx="754139" cy="1865729"/>
            <a:chOff x="653351" y="2693558"/>
            <a:chExt cx="754139" cy="1865729"/>
          </a:xfrm>
        </p:grpSpPr>
        <p:sp>
          <p:nvSpPr>
            <p:cNvPr id="10" name="Graphic 15">
              <a:extLst>
                <a:ext uri="{FF2B5EF4-FFF2-40B4-BE49-F238E27FC236}">
                  <a16:creationId xmlns:a16="http://schemas.microsoft.com/office/drawing/2014/main" id="{E48E731E-FEF1-9C59-64B0-9CB6E8853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98137" y="2693558"/>
              <a:ext cx="128016" cy="128016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610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Graphic 12">
              <a:extLst>
                <a:ext uri="{FF2B5EF4-FFF2-40B4-BE49-F238E27FC236}">
                  <a16:creationId xmlns:a16="http://schemas.microsoft.com/office/drawing/2014/main" id="{AFE83BB3-4D12-8E20-CA93-1834D7F0A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6906" y="3837599"/>
              <a:ext cx="100584" cy="100584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Graphic 12">
              <a:extLst>
                <a:ext uri="{FF2B5EF4-FFF2-40B4-BE49-F238E27FC236}">
                  <a16:creationId xmlns:a16="http://schemas.microsoft.com/office/drawing/2014/main" id="{3EB1D810-BC05-6C0E-0DE4-3604EBAAD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51" y="4521502"/>
              <a:ext cx="45719" cy="37785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1680" y="430482"/>
            <a:ext cx="10500989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07038" y="2465539"/>
            <a:ext cx="3774587" cy="3723753"/>
          </a:xfrm>
        </p:spPr>
        <p:txBody>
          <a:bodyPr/>
          <a:lstStyle>
            <a:lvl1pPr marL="342900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62636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eriod"/>
              <a:defRPr sz="1800" spc="0">
                <a:solidFill>
                  <a:schemeClr val="bg1"/>
                </a:solidFill>
                <a:latin typeface="+mn-lt"/>
              </a:defRPr>
            </a:lvl2pPr>
            <a:lvl3pPr marL="918972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arenR"/>
              <a:defRPr sz="1800" spc="0">
                <a:solidFill>
                  <a:schemeClr val="bg1"/>
                </a:solidFill>
                <a:latin typeface="+mn-lt"/>
              </a:defRPr>
            </a:lvl3pPr>
            <a:lvl4pPr marL="120929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arenR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Picture Placeholder 12">
            <a:extLst>
              <a:ext uri="{FF2B5EF4-FFF2-40B4-BE49-F238E27FC236}">
                <a16:creationId xmlns:a16="http://schemas.microsoft.com/office/drawing/2014/main" id="{F795324F-3564-501F-776E-1003E8C38D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835371" y="2488825"/>
            <a:ext cx="6407298" cy="3700454"/>
          </a:xfrm>
        </p:spPr>
        <p:txBody>
          <a:bodyPr/>
          <a:lstStyle/>
          <a:p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6622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99000">
              <a:srgbClr val="0520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EA418-19D1-0D4D-BE52-40A86E32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AE0C-5187-A64D-A481-E69245670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759C05-48F5-9346-8256-5B61C6990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75D63-7351-9C4A-AEE0-10E27B3B6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0889F-2BBA-5F45-95BC-BEA668816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3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69" r:id="rId2"/>
    <p:sldLayoutId id="2147483680" r:id="rId3"/>
    <p:sldLayoutId id="2147483676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300" baseline="0">
          <a:solidFill>
            <a:schemeClr val="bg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accent3"/>
          </a:solidFill>
          <a:latin typeface="+mj-lt"/>
          <a:ea typeface="+mn-ea"/>
          <a:cs typeface="Biome" panose="020B0503030204020804" pitchFamily="34" charset="0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ChatPPT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2024 业绩概述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/>
        <p:txBody>
          <a:bodyPr/>
          <a:lstStyle/>
          <a:p/>
          <a:p>
            <a:pPr/>
            <a:r>
              <a:t>总收入增长15%</a:t>
            </a:r>
          </a:p>
          <a:p>
            <a:pPr/>
            <a:r>
              <a:t>市场份额扩大至30%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业绩图表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35" sz="quarter"/>
          </p:nvPr>
        </p:nvSpPr>
        <p:spPr/>
        <p:txBody>
          <a:bodyPr/>
          <a:lstStyle/>
          <a:p/>
          <a:p>
            <a:pPr/>
            <a:r>
              <a:t>OpenAI 利润不断增加</a:t>
            </a:r>
          </a:p>
        </p:txBody>
      </p:sp>
      <p:pic>
        <p:nvPicPr>
          <p:cNvPr id="4" name="Picture Placeholder 3" descr="performance_chart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l="4729" r="4729"/>
          <a:stretch>
            <a:fillRect/>
          </a:stretch>
        </p:blipFill>
        <p:spPr/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新产品发布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35" sz="quarter"/>
          </p:nvPr>
        </p:nvSpPr>
        <p:spPr/>
        <p:txBody>
          <a:bodyPr/>
          <a:lstStyle/>
          <a:p/>
          <a:p>
            <a:pPr/>
            <a:r>
              <a:t>产品A: 特色功能介绍</a:t>
            </a:r>
          </a:p>
          <a:p>
            <a:pPr/>
            <a:r>
              <a:t>产品B: 市场定位</a:t>
            </a:r>
          </a:p>
        </p:txBody>
      </p:sp>
      <p:pic>
        <p:nvPicPr>
          <p:cNvPr id="4" name="Picture Placeholder 3" descr="forecast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6484" b="6484"/>
          <a:stretch>
            <a:fillRect/>
          </a:stretch>
        </p:blipFill>
        <p:spPr/>
      </p:pic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">
      <a:dk1>
        <a:srgbClr val="000000"/>
      </a:dk1>
      <a:lt1>
        <a:srgbClr val="FFFFFF"/>
      </a:lt1>
      <a:dk2>
        <a:srgbClr val="FC4EFB"/>
      </a:dk2>
      <a:lt2>
        <a:srgbClr val="E7E6E6"/>
      </a:lt2>
      <a:accent1>
        <a:srgbClr val="FAF24C"/>
      </a:accent1>
      <a:accent2>
        <a:srgbClr val="5EFCAC"/>
      </a:accent2>
      <a:accent3>
        <a:srgbClr val="73EBF9"/>
      </a:accent3>
      <a:accent4>
        <a:srgbClr val="316CFC"/>
      </a:accent4>
      <a:accent5>
        <a:srgbClr val="B059FD"/>
      </a:accent5>
      <a:accent6>
        <a:srgbClr val="9405FC"/>
      </a:accent6>
      <a:hlink>
        <a:srgbClr val="FFFFFF"/>
      </a:hlink>
      <a:folHlink>
        <a:srgbClr val="FFFFFF"/>
      </a:folHlink>
    </a:clrScheme>
    <a:fontScheme name="Custom 15">
      <a:majorFont>
        <a:latin typeface="Biome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936837_win32_SL_V11" id="{EAD6EF7B-6F25-4469-AF6A-07D6EB1461DD}" vid="{30FEA78B-2F89-4FF0-8415-E3920802C58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78D9019-7CE1-4B77-8F5D-67F6576598C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42E6C21-1752-4E06-9FE3-208D45ADB66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AF6E7B4D-FB62-47B7-AAA7-0DEC9938DB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Arial Nova</vt:lpstr>
      <vt:lpstr>Biome</vt:lpstr>
      <vt:lpstr>Calibri</vt:lpstr>
      <vt:lpstr>Custom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ChatPPT Demo</dc:title>
  <cp:lastModifiedBy> </cp:lastModifiedBy>
  <cp:revision>10</cp:revision>
  <dcterms:created xsi:type="dcterms:W3CDTF">2024-01-05T14:58:10Z</dcterms:created>
  <dcterms:modified xsi:type="dcterms:W3CDTF">2024-10-12T08:10:13Z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