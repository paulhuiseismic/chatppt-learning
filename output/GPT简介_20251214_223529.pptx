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GPT是“生成式预训练变换器”（Generative Pre-trained Transformer）的缩写</a:t>
            </a:r>
          </a:p>
          <a:p>
            <a:pPr/>
            <a:r>
              <a:t>由OpenAI开发的一种人工智能语言模型</a:t>
            </a:r>
          </a:p>
          <a:p>
            <a:pPr/>
            <a:r>
              <a:t>能够理解和生成自然语言文本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GPT的主要功能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自动文本生成：根据输入内容生成流畅、有逻辑的文本</a:t>
            </a:r>
          </a:p>
          <a:p>
            <a:pPr/>
            <a:r>
              <a:t>问答系统：能够回答用户提出的问题</a:t>
            </a:r>
          </a:p>
          <a:p>
            <a:pPr/>
            <a:r>
              <a:t>语言翻译：支持多种语言之间的转换</a:t>
            </a:r>
          </a:p>
          <a:p>
            <a:pPr/>
            <a:r>
              <a:t>语义理解：理解复杂语句和意图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智能客服：提升用户服务体验</a:t>
            </a:r>
          </a:p>
          <a:p>
            <a:pPr/>
            <a:r>
              <a:t>内容创作：辅助写作和编辑工作</a:t>
            </a:r>
          </a:p>
          <a:p>
            <a:pPr/>
            <a:r>
              <a:t>教育辅导：自动解答学习问题</a:t>
            </a:r>
          </a:p>
          <a:p>
            <a:pPr/>
            <a:r>
              <a:t>代码生成：支持编程和调试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GPT-1：首次提出生成式预训练模型概念</a:t>
            </a:r>
          </a:p>
          <a:p>
            <a:pPr/>
            <a:r>
              <a:t>GPT-2：能力大幅提升，可生成较长文本</a:t>
            </a:r>
          </a:p>
          <a:p>
            <a:pPr/>
            <a:r>
              <a:t>GPT-3：参数量更大，支持更多复杂任务</a:t>
            </a:r>
          </a:p>
          <a:p>
            <a:pPr/>
            <a:r>
              <a:t>GPT-4：进一步提升性能与安全性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GPT的优缺点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优点：高效处理大量信息，表达自然流畅</a:t>
            </a:r>
          </a:p>
          <a:p>
            <a:pPr/>
            <a:r>
              <a:t>缺点：可能出现事实错误和信息偏见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GPT简介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