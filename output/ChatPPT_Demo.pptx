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2"/>
    <p:sldId id="257" r:id="rId13"/>
    <p:sldId id="258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50" autoAdjust="0"/>
    <p:restoredTop sz="95374" autoAdjust="0"/>
  </p:normalViewPr>
  <p:slideViewPr>
    <p:cSldViewPr snapToGrid="0" snapToObjects="1" showGuides="1">
      <p:cViewPr varScale="1">
        <p:scale>
          <a:sx n="122" d="100"/>
          <a:sy n="122" d="100"/>
        </p:scale>
        <p:origin x="712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10/12/24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10/12/24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F03C4-FDB1-00F5-8F67-619C72893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6"/>
            <a:ext cx="7619947" cy="6858000"/>
            <a:chOff x="4575462" y="4136"/>
            <a:chExt cx="7619947" cy="685800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DE9364C-6EE9-E747-F3B5-9A5FA214C666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43581CD-691C-ADD3-0896-F2E1A4E855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60EB671A-33C5-FB75-F27F-0FD17B37F5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8" name="Content Placeholder 14">
              <a:extLst>
                <a:ext uri="{FF2B5EF4-FFF2-40B4-BE49-F238E27FC236}">
                  <a16:creationId xmlns:a16="http://schemas.microsoft.com/office/drawing/2014/main" id="{CC8D74CA-9208-2D40-AB11-204A1C649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6"/>
              <a:ext cx="5652613" cy="68580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1A99F113-D7C6-17BF-B586-3529CFF21E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778153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D4661F0-027E-881F-63A9-13BFE96EB8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8174" y="1511300"/>
            <a:ext cx="8928000" cy="5040000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25312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F795324F-3564-501F-776E-1003E8C38D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35371" y="2488825"/>
            <a:ext cx="6407298" cy="3700454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69" r:id="rId2"/>
    <p:sldLayoutId id="2147483680" r:id="rId3"/>
    <p:sldLayoutId id="2147483676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ChatPPT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2024 业绩概述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  <a:p>
            <a:pPr/>
            <a:r>
              <a:t>总收入增长15%</a:t>
            </a:r>
          </a:p>
          <a:p>
            <a:pPr/>
            <a:r>
              <a:t>市场份额扩大至30%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业绩图表</a:t>
            </a:r>
          </a:p>
        </p:txBody>
      </p:sp>
      <p:pic>
        <p:nvPicPr>
          <p:cNvPr id="3" name="Picture Placeholder 2" descr="performance_chart.pn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l="3685" r="3685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新产品发布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35" sz="quarter"/>
          </p:nvPr>
        </p:nvSpPr>
        <p:spPr/>
        <p:txBody>
          <a:bodyPr/>
          <a:lstStyle/>
          <a:p/>
          <a:p>
            <a:pPr/>
            <a:r>
              <a:t>产品A: 特色功能介绍</a:t>
            </a:r>
          </a:p>
          <a:p>
            <a:pPr/>
            <a:r>
              <a:t>产品B: 市场定位</a:t>
            </a:r>
          </a:p>
        </p:txBody>
      </p:sp>
      <p:pic>
        <p:nvPicPr>
          <p:cNvPr id="4" name="Picture Placeholder 3" descr="forecast.pn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t="6484" b="6484"/>
          <a:stretch>
            <a:fillRect/>
          </a:stretch>
        </p:blipFill>
        <p:spPr/>
      </p:pic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2E6C21-1752-4E06-9FE3-208D45ADB6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Arial Nova</vt:lpstr>
      <vt:lpstr>Biome</vt:lpstr>
      <vt:lpstr>Calibri</vt:lpstr>
      <vt:lpstr>Custom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ChatPPT_Demo</dc:title>
  <cp:lastModifiedBy> </cp:lastModifiedBy>
  <cp:revision>10</cp:revision>
  <dcterms:created xsi:type="dcterms:W3CDTF">2024-01-05T14:58:10Z</dcterms:created>
  <dcterms:modified xsi:type="dcterms:W3CDTF">2024-10-12T08:10:13Z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