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5374" autoAdjust="0"/>
  </p:normalViewPr>
  <p:slideViewPr>
    <p:cSldViewPr snapToGrid="0" snapToObjects="1" showGuides="1">
      <p:cViewPr varScale="1">
        <p:scale>
          <a:sx n="122" d="100"/>
          <a:sy n="122" d="100"/>
        </p:scale>
        <p:origin x="71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10/12/24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Technology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Artificial Intelligence is transforming industries</a:t>
            </a:r>
          </a:p>
          <a:p>
            <a:pPr/>
            <a:r>
              <a:t>Machine Learning and Deep Learning are key technologies</a:t>
            </a:r>
          </a:p>
          <a:p>
            <a:pPr/>
            <a:r>
              <a:t>Applications are growing exponentially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35" sz="quarter"/>
          </p:nvPr>
        </p:nvSpPr>
        <p:spPr/>
        <p:txBody>
          <a:bodyPr/>
          <a:lstStyle/>
          <a:p/>
          <a:p>
            <a:pPr/>
            <a:r>
              <a:t>Healthcare: Disease diagnosis and drug discovery</a:t>
            </a:r>
          </a:p>
          <a:p>
            <a:pPr/>
            <a:r>
              <a:t>Finance: Fraud detection and algorithmic trading</a:t>
            </a:r>
          </a:p>
          <a:p>
            <a:pPr/>
            <a:r>
              <a:t>Transportation: Autonomous vehicles</a:t>
            </a:r>
          </a:p>
        </p:txBody>
      </p:sp>
      <p:pic>
        <p:nvPicPr>
          <p:cNvPr id="4" name="Picture Placeholder 3" descr="forecas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6484" b="6484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More powerful AI models</a:t>
            </a:r>
          </a:p>
          <a:p>
            <a:pPr/>
            <a:r>
              <a:t>Ethical AI development</a:t>
            </a:r>
          </a:p>
          <a:p>
            <a:pPr/>
            <a:r>
              <a:t>AI democratization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AI is the future</a:t>
            </a:r>
          </a:p>
          <a:p>
            <a:pPr/>
            <a:r>
              <a:t>Continuous learning is essential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Technology Overview</dc:title>
  <cp:lastModifiedBy> </cp:lastModifiedBy>
  <cp:revision>10</cp:revision>
  <dcterms:created xsi:type="dcterms:W3CDTF">2024-01-05T14:58:10Z</dcterms:created>
  <dcterms:modified xsi:type="dcterms:W3CDTF">2024-10-12T08:10:13Z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