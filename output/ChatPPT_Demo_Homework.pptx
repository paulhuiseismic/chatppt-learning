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1"/>
  </p:sldMasterIdLst>
  <p:notesMasterIdLst>
    <p:notesMasterId r:id="rId12"/>
  </p:notesMasterIdLst>
  <p:handoutMasterIdLst>
    <p:handoutMasterId r:id="rId13"/>
  </p:handoutMasterIdLst>
  <p:sldIdLst>
    <p:sldId id="256" r:id="rId18"/>
    <p:sldId id="257" r:id="rId19"/>
    <p:sldId id="258" r:id="rId20"/>
    <p:sldId id="259" r:id="rId21"/>
  </p:sldIdLst>
  <p:sldSz cx="12192000" cy="6858000"/>
  <p:notesSz cx="6858000" cy="9144000"/>
  <p:custDataLst>
    <p:custData r:id="rId9"/>
    <p:custData r:id="rId7"/>
    <p:custData r:id="rId6"/>
    <p:custData r:id="rId8"/>
    <p:custData r:id="rId4"/>
    <p:custData r:id="rId10"/>
    <p:custData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 autoAdjust="0"/>
  </p:normalViewPr>
  <p:slideViewPr>
    <p:cSldViewPr snapToGrid="0">
      <p:cViewPr varScale="1">
        <p:scale>
          <a:sx n="92" d="100"/>
          <a:sy n="92" d="100"/>
        </p:scale>
        <p:origin x="178" y="36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2981" y="29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413764-5AD9-E889-944D-1707A854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45D53-BE96-955D-B578-2BF8F356B7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D3793-52FB-891B-2A0C-91D8927163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DAAB-C45C-E833-ECEB-14DCA0F17F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09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A66DDD-7D9C-9641-30E9-932C5FD2D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40F8B-6B6E-1B1A-7CC7-F44CB188B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59A209-D12B-6E67-931A-5CB9E711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319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BCEE60A-6295-FCD1-542F-52EA50B3B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/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2E5EBF7-4D05-239B-0B70-F9AD5B56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/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14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617646-6AF6-94B0-E660-98BCAC61F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51400" y="892175"/>
            <a:ext cx="6617592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81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6B8E3C-9527-FBC2-184C-8D90C4520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80572" y="1483837"/>
            <a:ext cx="2929829" cy="3890326"/>
          </a:xfrm>
        </p:spPr>
        <p:txBody>
          <a:bodyPr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5143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261226" y="1483837"/>
            <a:ext cx="4234117" cy="3890326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283464" indent="-283464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5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and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D9E1A91-D555-1AE6-2CDF-324AF09F2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34741" y="290509"/>
            <a:ext cx="8244438" cy="1313702"/>
          </a:xfrm>
          <a:effectLst/>
        </p:spPr>
        <p:txBody>
          <a:bodyPr anchor="t">
            <a:normAutofit/>
          </a:bodyPr>
          <a:lstStyle>
            <a:lvl1pPr marL="342900" indent="-342900" algn="l">
              <a:spcAft>
                <a:spcPts val="1200"/>
              </a:spcAft>
              <a:buAutoNum type="arabicPeriod"/>
              <a:defRPr sz="1600">
                <a:solidFill>
                  <a:schemeClr val="tx2"/>
                </a:solidFill>
              </a:defRPr>
            </a:lvl1pPr>
            <a:lvl2pPr marL="571500" indent="-342900" algn="l">
              <a:spcAft>
                <a:spcPts val="1200"/>
              </a:spcAft>
              <a:buAutoNum type="alphaLcPeriod"/>
              <a:defRPr sz="16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E6FE2D-89F6-4F06-E60F-5C1CB044DC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34741" y="1680411"/>
            <a:ext cx="8244438" cy="4887073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14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96BC47-DB6B-4A01-6575-4D14CAEB3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820778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96310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96310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431542" y="2972880"/>
            <a:ext cx="6276974" cy="912234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599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A1A6ABB-EADB-6179-73AD-5EF383AE7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64895" y="425117"/>
            <a:ext cx="10018294" cy="60919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46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1287CC22-A7CC-E0D0-F44E-BA217E882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502400" cy="68580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305842" y="867412"/>
            <a:ext cx="3196558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53224" y="867412"/>
            <a:ext cx="4742119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251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AFFC437-DF02-7776-8224-91AD11D7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5238" y="-4"/>
            <a:ext cx="78676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67E2A-FC6B-2D96-EF20-768A6E8B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6323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1A79F2D-2D69-D1C7-FD7D-70C2EAE42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405BE07A-FC17-07E2-4E28-5883FC2C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D408C-2A4E-CEE1-5980-F9BC89383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E622ED-3DA5-D5E9-B688-B2000E522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1677B7-A20C-1A5D-301E-5B7DCAF1B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A6AD29FD-92CC-65CC-1E8B-437A1E59A58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89960" y="892175"/>
            <a:ext cx="7482839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581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392207A-D227-5650-4C58-FA396957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5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3BCBAF-4668-B2E6-7681-7E02428B4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746134" y="-4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628E6D-0C29-7F8E-67C4-175F211E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0695C-2845-A017-44FF-AC8172007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F8C32-8C97-2BA7-D756-712EEDF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53929D-82C0-204B-3528-E111E5608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86423"/>
            <a:ext cx="7156415" cy="1740548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DD99B65-6C51-CA99-9872-6FD254075A8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21271" y="3670658"/>
            <a:ext cx="5149459" cy="1510939"/>
          </a:xfrm>
        </p:spPr>
        <p:txBody>
          <a:bodyPr lIns="18288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228600" indent="0" algn="ctr">
              <a:buNone/>
              <a:defRPr sz="20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2000"/>
            </a:lvl4pPr>
            <a:lvl5pPr marL="914400" indent="0" algn="ctr"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5125162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0" r:id="rId2"/>
    <p:sldLayoutId id="2147483708" r:id="rId3"/>
    <p:sldLayoutId id="2147483742" r:id="rId4"/>
    <p:sldLayoutId id="2147483736" r:id="rId5"/>
    <p:sldLayoutId id="2147483745" r:id="rId6"/>
    <p:sldLayoutId id="2147483741" r:id="rId7"/>
    <p:sldLayoutId id="2147483718" r:id="rId8"/>
    <p:sldLayoutId id="2147483737" r:id="rId9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ChatPPT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业绩概述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  <a:p>
            <a:pPr/>
            <a:r>
              <a:t>总收入增长15%</a:t>
            </a:r>
          </a:p>
          <a:p>
            <a:pPr/>
            <a:r>
              <a:t>市场份额扩大至30%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业绩图表</a:t>
            </a:r>
          </a:p>
        </p:txBody>
      </p:sp>
      <p:pic>
        <p:nvPicPr>
          <p:cNvPr id="3" name="Picture Placeholder 2" descr="performance_chart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7003" r="7003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新产品发布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  <a:p>
            <a:pPr/>
            <a:r>
              <a:t>产品A: 特色功能介绍</a:t>
            </a:r>
          </a:p>
          <a:p>
            <a:pPr/>
            <a:r>
              <a:t>产品B: 市场定位</a:t>
            </a:r>
          </a:p>
        </p:txBody>
      </p:sp>
      <p:pic>
        <p:nvPicPr>
          <p:cNvPr id="4" name="Picture Placeholder 3" descr="forecast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337" b="533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LW_V0" id="{9BD71EDD-469E-4D4E-A40A-B14F6807FCBA}" vid="{17CDA7A4-B369-430D-9DFB-4C96400196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VariableListDefinition name="AD_HOC" displayName="AD_HOC" id="b75b24a0-0e7f-4754-9c96-3600a2a83a9a" isdomainofvalue="False" dataSourceId="c034bf2e-cf0b-475a-8d35-553344f076ce"/>
</file>

<file path=customXml/item5.xml><?xml version="1.0" encoding="utf-8"?>
<VariableList UniqueId="b75b24a0-0e7f-4754-9c96-3600a2a83a9a" Name="AD_HOC" ContentType="XML" MajorVersion="0" MinorVersion="1" isLocalCopy="False" IsBaseObject="False" DataSourceId="c034bf2e-cf0b-475a-8d35-553344f076ce" DataSourceMajorVersion="0" DataSourceMinorVersion="1"/>
</file>

<file path=customXml/item6.xml><?xml version="1.0" encoding="utf-8"?>
<VariableListDefinition name="Computed" displayName="Computed" id="9f891aaf-819f-451f-8e8d-f95a8d23e7a4" isdomainofvalue="False" dataSourceId="53debb82-7711-4607-adf6-0dcb25eec601"/>
</file>

<file path=customXml/item7.xml><?xml version="1.0" encoding="utf-8"?>
<VariableList UniqueId="9f891aaf-819f-451f-8e8d-f95a8d23e7a4" Name="Computed" ContentType="XML" MajorVersion="0" MinorVersion="1" isLocalCopy="False" IsBaseObject="False" DataSourceId="53debb82-7711-4607-adf6-0dcb25eec601" DataSourceMajorVersion="0" DataSourceMinorVersion="1"/>
</file>

<file path=customXml/item8.xml><?xml version="1.0" encoding="utf-8"?>
<VariableListDefinition name="System" displayName="System" id="1dddf6be-10e6-4e17-a5b3-6f2572a7d52b" isdomainofvalue="False" dataSourceId="4de78c45-703e-486b-8712-f6f52bdecfbb"/>
</file>

<file path=customXml/item9.xml><?xml version="1.0" encoding="utf-8"?>
<VariableList UniqueId="1dddf6be-10e6-4e17-a5b3-6f2572a7d52b" Name="System" ContentType="XML" MajorVersion="0" MinorVersion="1" isLocalCopy="False" IsBaseObject="False" DataSourceId="4de78c45-703e-486b-8712-f6f52bdecfbb" DataSourceMajorVersion="0" DataSourceMinorVersion="1"/>
</file>

<file path=customXml/item10.xml><?xml version="1.0" encoding="utf-8"?>
<AllExternalAdhocVariableMappings/>
</file>

<file path=customXml/itemProps1.xml><?xml version="1.0" encoding="utf-8"?>
<ds:datastoreItem xmlns:ds="http://schemas.openxmlformats.org/officeDocument/2006/customXml" ds:itemID="{89316C43-4A17-4971-BB8F-F0F6B8CDF2E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C2A85E2-5219-4B5F-9D52-D97CA94AA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C14155-A57F-48FA-B253-A79CB6269DD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FDA1AA4-B5A4-4BAA-81F2-C30424432641}">
  <ds:schemaRefs/>
</ds:datastoreItem>
</file>

<file path=customXml/itemProps5.xml><?xml version="1.0" encoding="utf-8"?>
<ds:datastoreItem xmlns:ds="http://schemas.openxmlformats.org/officeDocument/2006/customXml" ds:itemID="{563D78AD-5576-444F-A7E2-57FA209DAAA5}">
  <ds:schemaRefs/>
</ds:datastoreItem>
</file>

<file path=customXml/itemProps6.xml><?xml version="1.0" encoding="utf-8"?>
<ds:datastoreItem xmlns:ds="http://schemas.openxmlformats.org/officeDocument/2006/customXml" ds:itemID="{878D852C-E340-4967-A51C-D4A756A4DCD1}">
  <ds:schemaRefs/>
</ds:datastoreItem>
</file>

<file path=customXml/itemProps7.xml><?xml version="1.0" encoding="utf-8"?>
<ds:datastoreItem xmlns:ds="http://schemas.openxmlformats.org/officeDocument/2006/customXml" ds:itemID="{1C008BEF-BD36-40FE-A9A2-E118095D4F2F}">
  <ds:schemaRefs/>
</ds:datastoreItem>
</file>

<file path=customXml/itemProps8.xml><?xml version="1.0" encoding="utf-8"?>
<ds:datastoreItem xmlns:ds="http://schemas.openxmlformats.org/officeDocument/2006/customXml" ds:itemID="{6BA1CB6B-AA7A-43DF-9782-7C18019FBC67}">
  <ds:schemaRefs/>
</ds:datastoreItem>
</file>

<file path=customXml/itemProps9.xml><?xml version="1.0" encoding="utf-8"?>
<ds:datastoreItem xmlns:ds="http://schemas.openxmlformats.org/officeDocument/2006/customXml" ds:itemID="{44AE0361-279C-4683-8B12-8414D958190E}">
  <ds:schemaRefs/>
</ds:datastoreItem>
</file>

<file path=customXml/itemProps10.xml><?xml version="1.0" encoding="utf-8"?>
<ds:datastoreItem xmlns:ds="http://schemas.openxmlformats.org/officeDocument/2006/customXml" ds:itemID="{694003A8-A7D3-4074-BE4C-BF10A5796BB7}">
  <ds:schemaRefs/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Arial</vt:lpstr>
      <vt:lpstr>Calibri</vt:lpstr>
      <vt:lpstr>Gill Sans MT</vt:lpstr>
      <vt:lpstr>Parcel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ChatPPT_Demo_Homework</dc:title>
  <dc:creator/>
  <cp:lastModifiedBy>Paul Hui</cp:lastModifiedBy>
  <cp:revision>20</cp:revision>
  <dcterms:created xsi:type="dcterms:W3CDTF">2024-02-15T21:11:36Z</dcterms:created>
  <dcterms:modified xsi:type="dcterms:W3CDTF">2025-11-30T13:11:48Z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