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季度业绩对比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  <c:pt idx="3">
                  <c:v>160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利润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综合示例：文本、图片、表格和图表</a:t>
            </a:r>
          </a:p>
        </p:txBody>
      </p:sp>
      <p:pic>
        <p:nvPicPr>
          <p:cNvPr id="3" name="Picture 2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286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371600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120万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70万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利润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50万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3840480"/>
          <a:ext cx="82296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